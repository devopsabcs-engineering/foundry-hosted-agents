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B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Foundry Hosted Agents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4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Pratique : héberger un véritable système multi-agent LangGraph sur Microsoft Foundry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B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devopsabcs-engineering/foundry-hosted-agents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Neuf labs, un déploiement réel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00 — Prérequis et configuration de l’environnement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01 — Plongée dans l’architecture (superviseur/spécialistes LangGraph)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02 — Déployer les serveurs d’outils MCP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03 — Provisionner et déployer l’agent hébergé (azd)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04 — Invoquer l’agent et lire les traces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05 — Évaluations : déterministes + LLM-as-judge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06 — CI/CD : pipeline contrôlé par évaluation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07 — Dépannage réel : erreur RBAC 401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08 — Préparation à la production et portes de décision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Foundry Hosted Agents — 1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Graphe superviseur + spécialistes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superviseur LangGraph route vers trois nœuds spécialistes : Enquêteur de preuves, Analyste de risque, Rédacteur de rapport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spécialiste a son propre prompt, ses permissions d’outils et ses critères d’évaluation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 des outils par rôle : Enquêteur de preuves → defender-conn uniquement, Analyste de risque → anomaly-conn uniquement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Rédacteur de rapport n’a aucun accès aux outils — il ne fait que synthétiser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lacune connue côté plateforme dans la résolution d’outils dégrade gracieusement vers une analyse LLM simple, honnêtement étiquetée, plutôt que de planter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Foundry Hosted Agents — 2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OUTILS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Quatre couches : implémenter, héberger, enregistrer, consommer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Couche 1 — Implémentation : code de serveur MCP personnalisé (outils Defender, outils anomalie)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Couche 2 — Hébergement : Azure Container Apps indépendantes, authentification/réseau/santé propres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Couche 3 — Enregistrement : les connexions Foundry définissent le point de terminaison + la politique d’identifiants par serveur MCP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Couche 4 — Consommation : la Foundry Toolbox agrège les outils enregistrés pour réutilisation entre agents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Toolbox est la couche d’enregistrement/agrégation — pas le runtime d’hébergement de votre code MCP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Foundry Hosted Agents — 3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DÉPLOIEMENT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manifeste : azure.yaml + azd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azure.yaml câble le projet Foundry, le déploiement de modèle, les connexions Toolbox et le service d’agent hébergé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kind: hosted — Foundry exploite le calcul de session ; vous ne possédez que le code du graphe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dependencyResolution: remote_build — Foundry construit vos dépendances Python côté serveur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protocol: responses — protocole Responses compatible OpenAI avec support du streaming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azd provision crée l’infrastructure ; azd deploy publie une nouvelle version d’agent — cycles de vie séparés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Foundry Hosted Agents — 4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Vérifications déterministes + rubriques LLM-as-judge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Jeu de données de référence : 8 catégories (vrai/faux positif, ambigu, données manquantes, outils contradictoires, injection de prompt, actions non autorisées, conclusions non étayées)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Déterministe : validité du schéma, citations requises, appels d’outils autorisés, contraintes de politique — rapide, reproductible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Évaluateurs Foundry intégrés en premier : cohérence, ancrage, adhérence à la tâche, précision des appels d’outils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Rubriques personnalisées uniquement là où le catalogue ne suffit pas : justesse du triage, qualité des citations, gestion des conflits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règles de politique (ex. ne jamais prétendre avoir agi sans autorisation) restent déterministes, pas jugées par LLM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Foundry Hosted Agents — 5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de mise en production contrôlé par évaluation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 pipelines : hosted-agent-cd.yml (direct vers l’environnement PoC partagé) et deploy-and-evaluate.yml (flux complet staging → production)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 complet : lint/tests → validation Bicep → déploiement d’un candidat immuable en staging → tests de fumée/contrat/streaming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porte de qualité d’évaluation hors ligne s’exécute contre le candidat de staging avant toute approbation manuelle de production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Fédération OIDC sans secret — aucun secret client stocké dans les deux pipelines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Leçon apprise : déclencher automatiquement les deux pipelines à chaque push entrait en concurrence sur la même ressource partagée — désormais manuel uniquement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Foundry Hosted Agents — 6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D134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DÉPANNAGE RÉEL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Diagnostiquer un vrai 401 RBAC (encore ouvert)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Symptôme : 401 PermissionDenied sur les complétions de chat Azure OpenAI depuis l’identité propre de l’agent hébergé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pas faire confiance au diagnostic du message d’erreur — vérifier directement l’attribution de rôle avec az role assignment list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Lire les dataActions du rôle intégré via az role definition list — prouve que le rôle couvre bien l’action de données exacte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Vérifier disableLocalAuth, networkAcls et l’état des politiques Azure pour écarter les remplacements silencieux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Énumérer les politiques d’accès conditionnel du tenant ciblant les principaux de service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chemin d’agent manuel fonctionnel à côté d’un chemin d’agent hébergé défaillant pointe vers la plateforme, pas le RBAC côté client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Foundry Hosted Agents — 7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PRÉPARATION À LA PRODUCTION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portes honnêtes, pas une fausse confiance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Quatre pistes d’expérimentation : test de charge, checkpointer Cosmos DB, intégration Agent 365, évaluation continue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Porte Qualité : Pass — jeu de données de référence + 12/12 vérifications déterministes + correspondance des rubriques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Portes Échelle, Sécurité, Opérations : Conditional — preuves partielles, suivis nommés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Portes Statut de plateforme, Données, Coût : Not testable in this PoC — nécessitent une confirmation commerciale/juridique/plateforme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Recommandation globale : go conditionnel pour poursuivre l’investissement PoC vers pilote, pas un oui/non net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Foundry Hosted Agents — 8 /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 ici est réel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commande, capture d’écran et extrait de journal de cet atelier provient d’un déploiement réel, pas d’une simulation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Dépôt : github.com/devopsabcs-engineering/foundry-hosted-agents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Wiki : notes d’architecture, contournement manuel de l’agent, et le journal d’investigation RBAC 401 en direct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Labs complets, bilingues, pas à pas : le site GitHub Pages compagnon de ce deck
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Forkez-le, exécutez-le, et suivez la résolution de WI-11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Foundry Hosted Agents — 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2026-09-05T12:25:54Z</dcterms:created>
  <dcterms:modified xsi:type="dcterms:W3CDTF">2026-09-05T12:25:54Z</dcterms:modified>
</cp:coreProperties>
</file>