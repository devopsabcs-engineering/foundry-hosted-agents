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1B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46888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Workshop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E4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Hands-on: hosting a real LangGraph multi-agent system on Microsoft Foundry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B4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devopsabcs-engineering/foundry-hosted-agents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Labs, One Real Deployment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00 — Prerequisites and environment setup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01 — Architecture deep dive (LangGraph supervisor/specialists)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02 — Deploy the MCP tool servers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03 — Provision and deploy the hosted agent (azd)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04 — Invoke the agent and read traces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05 — Evaluations: deterministic + LLM-as-judge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06 — CI/CD: evaluation-gated release pipeline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07 — Real-world troubleshooting: RBAC 401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08 — Production readiness and decision gates
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Workshop — 1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Supervisor + Specialist Graph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LangGraph supervisor routes to three specialist nodes: Evidence Investigator, Risk Analyst, Report Composer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specialist has its own prompt, tool permissions, and evaluation criteria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 isolation by role: Evidence Investigator → defender-conn only, Risk Analyst → anomaly-conn only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Report Composer has zero tool access — it only synthesizes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known platform-side tool-resolution gap degrades gracefully to an honestly-labeled plain-LLM analysis instead of crashing
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Workshop — 2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Layers: Implement, Host, Register, Consume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1 — Implementation: custom MCP server code (Defender tools, anomaly tools)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2 — Hosting: independent Azure Container Apps, own auth/networking/health checks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3 — Registration: Foundry connections define endpoint + credential policy per MCP server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4 — Consumption: Foundry Toolbox aggregates registered tools for reuse across agents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Toolbox is the registration/aggregation layer — not the hosting runtime for your MCP code
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Workshop — 3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Manifest: azure.yaml + azd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azure.yaml wires the Foundry project, model deployment, Toolbox connections, and the hosted agent service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kind: hosted — Foundry operates the session compute; you own only the graph code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dependencyResolution: remote_build — Foundry builds your Python dependencies server-side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protocol: responses — OpenAI-compatible Responses protocol with streaming support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azd provision creates infrastructure; azd deploy publishes a new agent version — separate lifecycles
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Workshop — 4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Checks + LLM-as-Judge Rubrics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Golden dataset: 8 categories (true/false positive, ambiguous, missing data, conflicting tools, prompt injection, unauthorized actions, unsupported conclusions)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Deterministic: schema validity, required citations, allowed tool calls, policy constraints — fast, reproducible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Built-in Foundry evaluators first: coherence, groundedness, task adherence, tool-call accuracy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rubrics only where the catalog doesn’t reach: triage correctness, citation quality, conflict handling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 rules (e.g. never claim an unauthorized remediation action) stay deterministic, not LLM-judged
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Workshop — 5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Evaluation-Gated Release Pipeline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pipelines: hosted-agent-cd.yml (direct to shared PoC env) and deploy-and-evaluate.yml (full staging → production flow)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flow: lint/tests → Bicep validate → deploy immutable candidate to staging → smoke/contract/streaming tests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evaluation quality gate runs against the staging candidate before any manual production approval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Secretless OIDC federation — no stored client secrets in either pipeline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 learned: auto-firing both pipelines on every push raced against the same shared resource — now manual-dispatch only
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Workshop — 6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D1343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REAL-WORLD TROUBLESHOOTING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Diagnosing a Live RBAC 401 (Still Open)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Symptom: 401 PermissionDenied on Azure OpenAI chat completions from the hosted agent’s own Instance Identity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Don’t trust the error message’s own diagnosis — verify the role assignment directly with az role assignment list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built-in role’s dataActions from az role definition list — proves the role does cover the exact data action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disableLocalAuth, networkAcls, and Azure Policy state to rule out silent overrides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Enumerate tenant Conditional Access policies for service-principal-targeted conditions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working manual-agent path next to a failing hosted-agent path points at the platform, not customer-side RBAC
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Workshop — 7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READINESS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Gates, Not False Confidence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experiment tracks: load testing, Cosmos DB checkpointer, Agent 365 onboarding, continuous evaluation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gate: Pass — golden dataset + 12/12 deterministic checks + rubric mapping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Scale, Security, Operations gates: Conditional — partial evidence, named follow-ups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status, Data, Cost gates: Not testable in this PoC — require commercial/legal/platform confirmation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recommendation: conditional go for continued PoC-to-pilot investment, not an unconditional yes/no
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Workshop — 8 /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WRAP-UP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Here Is Real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command, screenshot, and log excerpt in this workshop comes from a real deployment, not a simulation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Repository: github.com/devopsabcs-engineering/foundry-hosted-agents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Wiki: architecture notes, manual-agent workaround, and the live RBAC 401 investigation log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bilingual step-by-step labs: this deck’s companion GitHub Pages site
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Fork it, run it, and follow WI-11 as it resolves
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Workshop — 9 / 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2026-09-05T12:25:54Z</dcterms:created>
  <dcterms:modified xsi:type="dcterms:W3CDTF">2026-09-05T12:25:54Z</dcterms:modified>
</cp:coreProperties>
</file>