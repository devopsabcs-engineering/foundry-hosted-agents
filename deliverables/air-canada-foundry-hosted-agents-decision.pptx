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1-6, task framing)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535-537, 5, 420, 27-32)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538-539, 572-583)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326-421, 489-506)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 418, Lines 394-416, Lines 469-475)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420-437, 386-388, 559)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424-430)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313-320, 373-400, 556-557)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388, 570, 576-579, 620)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298, 508-513, 566-567)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518-533)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300-306, 568, 576)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572-611)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489-506)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489-506)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489-506)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554-570)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554-570)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578-579, 570)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510-513, 298)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609-610, 577)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300-307)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313-320)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5, 296, 356-369, 554-570)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615-618)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research.md (Lines 619-624)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B7C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00B7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4231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Decision and Multi-Agent PoC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1E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decision deck — LangGraph hosting options, phased PoC recommendation, and production-readiness gates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3840480" cy="18288"/>
          </a:xfrm>
          <a:prstGeom prst="rect">
            <a:avLst/>
          </a:prstGeom>
          <a:solidFill>
            <a:srgbClr val="00B7C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1E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claim on this deck is labeled CONFIRMED / PREVIEW / INFERRED / REQUIRES VALIDATION — see Appendix B.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5934456"/>
            <a:ext cx="128016" cy="128016"/>
          </a:xfrm>
          <a:prstGeom prst="ellipse">
            <a:avLst/>
          </a:prstGeom>
          <a:solidFill>
            <a:srgbClr val="107C1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5897880"/>
            <a:ext cx="24003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51860" y="5934456"/>
            <a:ext cx="128016" cy="128016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3634740" y="5897880"/>
            <a:ext cx="24003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80760" y="5934456"/>
            <a:ext cx="128016" cy="128016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5897880"/>
            <a:ext cx="24003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INFERRED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709660" y="5934456"/>
            <a:ext cx="128016" cy="128016"/>
          </a:xfrm>
          <a:prstGeom prst="ellipse">
            <a:avLst/>
          </a:prstGeom>
          <a:solidFill>
            <a:srgbClr val="D13438"/>
          </a:solidFill>
          <a:ln/>
        </p:spPr>
      </p:sp>
      <p:sp>
        <p:nvSpPr>
          <p:cNvPr id="15" name="Text 13"/>
          <p:cNvSpPr/>
          <p:nvPr/>
        </p:nvSpPr>
        <p:spPr>
          <a:xfrm>
            <a:off x="8892540" y="5897880"/>
            <a:ext cx="24003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1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Required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 the single decision Air Canada must make: select a reusable hosting blueprint for LangGraph agents.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framing: adopt, validate, or defer a hosting blueprint for future LangGraph agents.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Hosted Agents is the leading PoC candidate — not yet an unconditional production selection.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deck separates what today's evidence proves from what the PoC must still prove.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2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Canada's Requirements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the ten enterprise capabilities the PoC must prove.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capabilities to prove: scaling, MCP tools, multi-agent behavior, evaluations, CI/CD, streaming, state, governance, cost, and production readiness.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map 1:1 to the Production Decision Gates categories used later in the deck.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3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Landscape — Five Operating Models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five materially different operating models without conflating open-source LangGraph and paid LangSmith topologies.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1 — OSS LangGraph on customer-managed Azure compute: Air Canada owns runtime, queueing, scaling, persistence, and recovery.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2 — LangSmith Deployment Cloud: LangChain operates Agent Server; separate SaaS billing and control plane.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3 — LangSmith self-hosted Enterprise on Azure: Enterprise license plus customer-operated stack; Azure BYOC is only "planned for 2H 2026."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4 — Foundry Hosted Agent baseline: Foundry operates session compute; Air Canada owns graph code; no Cosmos DB, no Agent 365.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4 limits (capacity, SLA) are not yet quantified.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5 — Phased Foundry target: baseline plus evidence-gated optional extensions (Cosmos DB, Agent 365, continuous evaluation, A2A); each extension individually requires validation.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dimension-by-dimension comparison lives in Appendix A.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4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a phased Foundry PoC with explicit go/no-go gates; separate the stable baseline from optional extensions.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baseline: one hosted deployment with a genuine LangGraph supervisor + specialist-agent graph, Responses SSE, external MCP via Foundry connections/Toolbox, Application Insights, and offline evaluations.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Cosmos DB, Agent 365, continuous evaluation, and a second A2A-hosted agent are separate, individually gated experiments — not baseline dependencies.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the other four models: OSS LangGraph = highest engineering burden; LangSmith Cloud = separate SaaS/billing dependency; LangSmith Enterprise = licensing plus highest ops burden; Microsoft Agent Framework not selected because Air Canada has an existing LangGraph investment.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5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Architecture — Multi-Agent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genuine multi-agent behavior in one deployment; A2A shown only as a dashed future boundary.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composition: Supervisor → Evidence Investigator + Risk Analyst → Report Composer, all inside one hosted LangGraph deployment.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role has separate prompts, tool permissions, state contracts, and evaluation criteria despite sharing one deployment.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Cross-deployment A2A delegation to a second hosted agent is a preview experiment, justified only by independent ownership/release/isolation/scaling needs — not a baseline requirement.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documented hard limit on graph node count or depth; the practical constraint is per-session sandbox CPU/memory, stated inconsistently across two Microsoft doc pages (0.5-2 vCPU fixed vs. 0.25-4.0 vCPU continuous).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6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and MCP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implementation, hosting, registration, and consumption into four distinct layers.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1 — Implementation: custom MCP server code (Defender tools, Anomaly tools).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2 — Hosting: independent Azure runtime (Container Apps, Functions, or App Service); owns its own auth, networking, versioning, health checks, and throttling.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3 — Registration: Foundry connections define endpoint and credential policy per MCP server.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3 private-path reachability is untested.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4 — Consumption: Foundry Toolbox aggregates registered tools for reuse; LangGraph consumes via supported client libraries.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 4 private connectivity requires validation.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Toolbox is the registration/aggregation layer, not the hosting runtime for custom MCP server code — a documented distinction to avoid at architecture review.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7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and History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one runtime source of truth; compare Responses history, application-owned Cosmos checkpoints, and Standard Agent Setup capability hosts.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1 — Foundry Responses history: platform-managed conversation history; sufficient for basic multi-turn interaction; no Cosmos DB required.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2 package (langchain-azure-cosmosdb, CosmosDBSaver) is co-maintained by LangChain and Microsoft.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INFERRED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2 becomes authoritative graph state only when durable checkpoints, human-in-the-loop pause/resume, time travel, or app-controlled state are required — Hosted Agent pairing is untested.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 3 — Standard Agent Setup via capabilityHosts (BYO Cosmos DB / Storage / AI Search): needed only for data-residency/compliance, a separate Bicep tier from Basic Agent Setup.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user-scoped conversation-list API was found in the researched documentation — an evidence gap, not proof of absence.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sidebar can store metadata/identifiers without duplicating message bodies; duplicate-content compliance requirements need explicit retention/deletion/legal-hold design.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8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and Cost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that the scaling model is understood, but capacity and price are not yet quantified — unknowns stay visible.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model: per-session isolation (each session is its own VM-isolated sandbox), not per-replica; idle timeout 5-60 min (default 15) triggers scale-to-zero with automatic state restore.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model: vCPU-hour + GiB-hour of active session compute only — closest to Azure Container Apps consumption plan, not AKS always-on or App Service continuous billing.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/ TBD: exact $/vCPU-hr and $/GiB-hr rates (public pricing page showed "N/A"); maximum concurrent sessions; requests-per-second ceiling; same-thread turn concurrency; cold-start latency distribution.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cost drivers (formulas, not totals): model tokens, active session vCPU/memory, idle window, MCP hosting, telemetry, evaluation tokens, optional Cosmos DB and Agent 365 licensing, operations labor — amounts require validation.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load-test matrix in Appendix E.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9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production releases on security-task outcomes, not generic fluency.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Baseline: offline evaluation of versioned candidate outputs against a human-reviewed golden dataset (true/false positives, ambiguous evidence, missing data, conflicting tools, prompt injection, unauthorized actions, unsupported conclusions).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checks: schema validity, required citations, allowed tool calls, policy constraints.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Model-based evaluators: relevance, groundedness, task adherence, rubric scoring (built-in evaluator catalog exists).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review required for high-impact vulnerability conclusions and any recommendation triggering remediation or operational change.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evaluation of sampled production traffic is a separate preview and privacy decision — redaction and retention must be defined before enabling.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 (microsoft/ai-agent-evals@v3-beta) targeting the deployed hosted-agent name/version, and portal visibility of action-created runs.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10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(CI/CD)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every candidate before production traffic moves; show the full staging-to-rollback pipeline.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Pipeline: lint/unit tests/dependency scan → Bicep validate + what-if → deploy immutable candidate to staging → smoke/contract/streaming tests → offline evaluation quality gate → manual production approval → deploy production version → canary/explicit route switch → post-deploy checks/monitoring → rollback on breach.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Bicep provisions infrastructure; azd or Foundry APIs deploy agent versions as a separate lifecycle from infrastructure changes.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Evaluations run against a non-production candidate before traffic promotion; continuous evaluation (if approved) monitors production after release and does not replace the release gate.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11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and Readiness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confirmed identity/RBAC controls from validation tracks and open blockers.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baseline controls: each hosted agent gets an auto-created, dedicated Entra ID identity at deploy time (no manual managed-identity wiring); Foundry RBAC role family; Application Insights / OpenTelemetry tracing.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Explicit warning: don't assign Cognitive Services * roles to a CI/CD identity — Foundry has its own role family for this.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INFERRED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governance/registry onboarding: Agent 365 and Entra Agent ID are GA; SDK packages exist for Foundry tooling and LangChain observability — but no dedicated Hosted Agent onboarding guide, no confirmed LangGraph-specific package, and no proof a platform-created identity can be migrated in place.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SLA / GA status / regions / quotas / capacity / cold starts / disaster recovery — first Production Decision Gate item.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SLIDE 12 OF 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PoC Plan and Decision Gates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increments produce a defensible production decision, with owners, exit criteria, and a decision date.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11155680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 1 — Baseline Hosted Agent &amp; LangGraph Multi-Agent Runtime: supervisor graph + 3 specialist nodes; azure-ai-agentserver-langgraph wrapper on Responses protocol (port 8088); validate local run, Responses SSE, built-in conversation history; provision via Bicep, deploy via azd.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 2 — Decoupled MCP Tool Hosting &amp; Foundry Integration: Defender + Anomaly MCP servers on Container Apps with system-assigned managed identities and private networking; register as Foundry Custom Connections; bundle into Toolbox.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 3 — Offline Security Evaluation Suite &amp; Automated CI/CD Gates: versioned golden dataset; deterministic schema checks + LLM-as-judge rubrics; GitHub Actions gate with threshold-gated promotion.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 4 — Validation Tracks, Load Testing &amp; Production Decision Gates: Load &amp; Scale Gate, State Experiment Track, Governance Validation Track, Continuous Evaluation Track, Deliverable Synthesis — plan of record; individual track outcomes require validation.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gates requiring evidence before production approval: Platform status, Scale, Security, Data, Quality, Operations, Cost, Preview acceptance — full list in Appendix H.
</a:t>
            </a:r>
            <a:endParaRPr lang="en-US" sz="100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0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 and decision date: not specified in the research document — open item for the presenting team to fill in before delivery.
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 (1 of 3) — Five-Option Comparison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75104"/>
                <a:gridCol w="1975104"/>
                <a:gridCol w="1975104"/>
                <a:gridCol w="1975104"/>
                <a:gridCol w="1975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OSS LangGraph on Azure compute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Deployment Cloud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self-hosted Enterprise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Hosted Agent baseline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Foundry target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Runtime ownership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Air Canada operates API, queue, scaling, persistence, recovery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LangChain operates Agent Server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Air Canada operates LangSmith stack on Azure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operates session compute; Air Canada owns graph code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baseline plus evidence-approved extensions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License and billing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LangSmith hosting license; Azure compute/ops costs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seats plus LCU/LSU usage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Enterprise license plus Azure infra/ops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model, session compute, MCP hosting, telemetry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plus Cosmos DB and any Agent 365 licenses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fit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 Azure control, highest engineering burden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Separate SaaS control and billing plane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Azure-hosted but separate licensed platform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Azure-native project, identity, deployment, monitoring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Azure-native runtime with optional M365 governance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Scaling evidence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Determined by chosen App Service/Container Apps/AKS design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 by LangChain service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Customer-operated Kubernetes scaling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Per-session isolation and scale-to-zero documented; limits/SLA unverified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baseline; dependencies add their own limits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Confidence: confirmed as a comparative synthesis of the five scenarios (each cell carries the same confidence tag as its corresponding scenario section, Core Slides 3-4).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 (2 of 3) — Five-Option Comparison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75104"/>
                <a:gridCol w="1975104"/>
                <a:gridCol w="1975104"/>
                <a:gridCol w="1975104"/>
                <a:gridCol w="1975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OSS LangGraph on Azure compute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Deployment Cloud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self-hosted Enterprise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Hosted Agent baseline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Foundry target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Tools and MCP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 builds hosting, auth, registry, reuse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LangGraph and custom MCP patterns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Cloud but customer-operated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External MCP runtime plus Foundry connection and Toolbox aggregation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baseline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LangGraph supervisor, subgraphs, handoffs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plus Agent Server services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plus self-hosted Agent Server services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LangGraph supervisor and specialist agents in one deployment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A2A split after preview and boundary gates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Streaming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Implement/operate selected LangGraph stream modes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Server streaming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Server streaming, customer-operated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Responses SSE confirmed; full LangGraph event parity unverified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as baseline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and history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 selects/operates checkpointer and conversation index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Agent Server threads and runs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Agent Server storage, customer-operated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Responses history baseline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Cosmos graph checkpoints or Standard platform dependencies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Confidence: confirmed as a comparative synthesis of the five scenarios (each cell carries the same confidence tag as its corresponding scenario section, Core Slides 3-4).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A (3 of 3) — Five-Option Comparison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75104"/>
                <a:gridCol w="1975104"/>
                <a:gridCol w="1975104"/>
                <a:gridCol w="1975104"/>
                <a:gridCol w="1975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OSS LangGraph on Azure compute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Deployment Cloud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self-hosted Enterprise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Hosted Agent baseline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Phased Foundry target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Customer-authored pipeline; Foundry batch evaluation can still score outputs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evaluation stack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evaluation stack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local and batch evaluation confirmed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continuous evaluation and hosted-agent action integration after validation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Azure-native controls designed by customer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Enterprise controls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controls plus Azure infra controls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Per-agent Entra identity, Foundry RBAC, Application Insights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Agent 365 onboarding after tenant validation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 burden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to medium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Highest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Lowest candidate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Medium, proportional to selected extensions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 fit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Maximum control without paid Agent Server features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Teams already buying LangSmith, accepting SaaS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Teams requiring LangSmith features and customer-owned data plane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Air Canada PoC baseline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Conditional production target after gates pass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Confidence: confirmed as a comparative synthesis of the five scenarios (each cell carries the same confidence tag as its corresponding scenario section, Core Slides 3-4).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B (1 of 2) — Evidence Confidence Register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5760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Capability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Confidence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Customer-facing statement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LangGraph hosted as custom Foundry code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 by product documentation and samples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Suitable for PoC implementation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Responses SSE progressive output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Confirmed; application parity untested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Supported, with PoC contract and reconnect testing required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Per-session isolation and scale-to-zero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 mechanism; limits and SLA unknown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Promising scaling model, not yet a capacity commitment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External MCP plus connection and Toolbox aggregation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 pattern; private path untested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Recommended decoupling design, subject to network and auth validation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Supervisor and specialist agents in one graph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 LangGraph pattern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Production baseline for genuine multi-agent behavior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Cross-deployment A2A delegation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Sampled but 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experiment, not a baseline dependency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Responses conversation history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 for basic multi-turn use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state option; sidebar and retention requirements need testing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B (2 of 2) — Evidence Confidence Register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5760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Capability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Confidence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Customer-facing statement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Cosmos DB LangGraph checkpointer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Package confirmed; Hosted Agent pairing untested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Conditional state experiment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Offline and batch evaluation of LangGraph outputs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release-gate mechanism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Continuous evaluation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 but 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production-monitoring experiment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GitHub Action targeting Hosted Agent versions and portal visibility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verified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be proven before claiming evaluation synchronization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365 onboarding and LangGraph instrumentation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Partially evidenced, exact path unverified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option to validate, not a confirmed architecture property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Hosted Agent pricing, quotas, and SLA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Insufficient current evidence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Obtain live commercial and platform confirmation before production decision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register is the source mapping for every CONFIRMED / PREVIEW / INFERRED / REQUIRES VALIDATION tag used throughout this deck.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C — Cost Assumptions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drivers: model tokens, active session vCPU-hour + GiB-hour compute, idle window duration, MCP hosting compute, telemetry (Application Insights), evaluation tokens, optional Cosmos DB (RU + storage), optional Agent 365 licensing, operations labor.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shape: pay only for active session compute while a session sandbox is warm; scale-to-zero on idle timeout (5-60 min, default 15 min) — architecturally closest to Azure Container Apps consumption plan.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/ TBD: exact $/vCPU-hr and $/GiB-hr session-compute rates (public pricing page returned "N/A" at research time); real workload token/session volumes; Cosmos DB RU consumption under load; Agent 365 add-on pricing per license tier.
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5897880"/>
            <a:ext cx="11155680" cy="9144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598932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recommendation: present a cost formula (tokens × rate + session-compute-hours × rate + fixed telemetry/MCP hosting + optional extensions), leaving rate cells as "unknown / TBD — Azure Pricing Calculator required." No slide may present an unverified figure as a specific number.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D — Evaluation Rubric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Golden dataset composition: true positives, false positives, ambiguous evidence, missing data, conflicting tools, prompt injection, unauthorized actions, unsupported conclusions.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Release-gate criteria: triage correctness, evidence citation, tool selection, tool argument accuracy, unsupported-action refusal, task completion, output-schema validity, safety, latency, token use, session compute.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 types: deterministic checks (schema, citations, allowed tool calls, policy constraints) + model-based evaluators (relevance, groundedness, task adherence, rubric scoring). Built-in catalog includes quality, similarity, RAG, risk/safety, and agentic evaluator families.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review gate required for high-impact vulnerability conclusions and any recommendation triggering remediation or operational change.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sampling: continuous evaluation is a separate preview/privacy decision; redact sensitive content and define retention before enabling.
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E — Load-Test Plan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 (Increment 4 plan of record): 10-100 concurrent users/sessions; same-thread turn concurrency; cold-start latency distribution; active session compute measurement.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Unmeasured today: maximum sessions, requests-per-second ceiling, MCP fan-out throughput, checkpoint size limits, downstream throttling behavior.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State-experiment benchmark (same increment): Cosmos DB serverless CosmosDBSaver checkpointer — latency, RU cost, and private-endpoint reachability vs. the Responses-history baseline.
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F (1 of 2) — RBAC Matrix — Roles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182880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Scope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Consumer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eed3b665-ab3a-47b6-8f48-c9382fb1dad6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account/project/agent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invoke-only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User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53ca6127-db72-4b80-b1b0-d745d6d5456d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account/project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data-plane build/deploy — the correct role for CI/CD, not Cognitive Services *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Project Manager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eadc314b-1a2d-4efa-be10-5d325db5065e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create/manage projects, publish agents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Account Owner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e47c6f54-e4a2-4754-9501-8e0985b135e1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projects/accounts, no data-plane build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Owner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c883944f-8b7b-4483-af10-35834be79c4a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 control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Plus Contributor at resource-group scope for azd provision, and AcrPush/AcrPull if using container-deploy mode instead of code-deploy. Confidence: confirmed (documented role definitions and GUIDs).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F (2 of 2) — RBAC Matrix — Bicep Resource Types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5760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Resource type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version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Microsoft.CognitiveServices/accounts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2025-04-01-preview (sample) / 2025-06-01 (AVM)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kind: 'AIServices', allowProjectManagement: true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.../accounts/projects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2025-04-01-preview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project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.../accounts/projects/connections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2025-04-01-preview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Cosmos DB/Storage/AI Search/OpenAI connections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.../accounts/capabilityHosts, .../accounts/projects/capabilityHosts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2025-04-01-preview / 2025-06-01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Standard Agent Setup only (BYO storage)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Microsoft.DocumentDB/databaseAccounts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2024-12-01-preview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Cosmos DB (BYO thread storage or app-level checkpointer store)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G — Product-Status Register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45720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capability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Confidence tag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Hosted Agents (custom-code hosting surface)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preview at research time — current GA status not reverified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requires-validation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LangGraph as a supported hosted-agent framework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Documented, first-class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Responses protocol SSE streaming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Documented, confirmed mechanism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confirmed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A2A delegation protocol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Preview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preview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Continuous evaluation (EvaluationRule)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Documented but preview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preview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Agent 365 / Entra Agent ID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 (platform), Hosted Agent onboarding path unverified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inferred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microsoft/ai-agent-evals GitHub Action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Beta tag (@v3-beta); hosted-agent targeting not verified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requires-validation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LangSmith Azure BYOC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Roadmap-stated "planned for 2H 2026," not a release commitment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requires-validation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8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register reframes Appendix B by product-capability GA/preview status rather than by claim; no separate product-status table exists in the research document.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H (1 of 2) — Open Questions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Scaling: per-session isolation, idle timeout, scale-to-zero documented; SLA, max sessions, RPS, same-session concurrency, cold-start distribution, model quota, and dependency limits are not established.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Cost: drivers are known; actual rates and workload measurements are missing.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and MCP: custom MCP code needs its own Azure runtime; auth, private reachability, throttling, versioning, and failure handling must be validated in the PoC.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Multi-agent design: a supervisor coordinating specialists inside one hosted deployment is a genuine multi-agent system.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A2A deployments are justified only by independent ownership/release/isolation/scaling needs and remain preview.
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H (2 of 2) — Open Questions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Evaluations: offline/batch scoring confirmed.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PREVIEW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evaluation documented but preview.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 hosted-agent targeting, portal visibility, and multi-agent trace coverage require validation.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Automation: recommended flow (staging → smoke/contract/streaming/offline-eval gates → approval → promote → monitor → rollback); infrastructure and agent versions have separate deployment lifecycles.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Streaming: Responses SSE supports progressive output events.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Parity with all required LangGraph events, reconnection, cancellation, and the existing UI contract must be tested.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Conversation state: Responses history is the baseline source of truth; adopt Cosmos checkpointer only for a documented durable-state requirement.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user-scoped conversation-list API was found — an evidence gap.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Governance: per-agent Entra identity, Foundry RBAC, and Application Insights are supported baseline controls.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5C2D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INFERRED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is a validation track because the exact Hosted Agent identity onboarding and LangGraph instrumentation path was not found.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Reusability: reuse comes from versioned Bicep modules, azure.yaml, a standard hosted-agent wrapper, independently owned MCP contracts, common evaluation datasets, and reusable GitHub workflows.
</a:t>
            </a:r>
            <a:endParaRPr lang="en-US" sz="1150" dirty="0"/>
          </a:p>
          <a:p>
            <a:pPr marL="228600" indent="-228600">
              <a:lnSpc>
                <a:spcPct val="112000"/>
              </a:lnSpc>
              <a:buSzPct val="100000"/>
              <a:buChar char="●"/>
            </a:pPr>
            <a:r>
              <a:rPr lang="en-US" sz="115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VALIDATION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 and decision date for the PoC plan: not specified anywhere in the research document — open item for the presenting team.
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Canada — Foundry Hosted Agents Decision · Appendix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28816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 Canada — Foundry Hosted Agents Decision and Multi-Agent PoC</dc:title>
  <dc:subject>PptxGenJS Presentation</dc:subject>
  <dc:creator>Air Canada Foundry Hosted Agents PoC Team</dc:creator>
  <cp:lastModifiedBy>Air Canada Foundry Hosted Agents PoC Team</cp:lastModifiedBy>
  <cp:revision>1</cp:revision>
  <dcterms:created xsi:type="dcterms:W3CDTF">2026-09-03T19:22:15Z</dcterms:created>
  <dcterms:modified xsi:type="dcterms:W3CDTF">2026-09-03T19:22:15Z</dcterms:modified>
</cp:coreProperties>
</file>